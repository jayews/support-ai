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8" r:id="rId2"/>
    <p:sldId id="260" r:id="rId3"/>
    <p:sldId id="261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47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d7dfc296f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d7dfc296f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d7dfc296f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d7dfc296f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7dfc296f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7dfc296f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311700" y="253275"/>
            <a:ext cx="85206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Guestbook Setup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745075" y="1072825"/>
            <a:ext cx="30873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 outlet setup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edit for the outlet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prefix membership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save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4575"/>
            <a:ext cx="5440277" cy="292414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152400" y="2340050"/>
            <a:ext cx="1398000" cy="115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311700" y="253275"/>
            <a:ext cx="85206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Guestbook Setup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745075" y="1072825"/>
            <a:ext cx="3087300" cy="4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to start the 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setting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URL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blank area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outlet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save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guest book functionality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275" y="973900"/>
            <a:ext cx="1784936" cy="396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36" y="973900"/>
            <a:ext cx="1784936" cy="39665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617850" y="2425050"/>
            <a:ext cx="1328400" cy="208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2616025" y="1735600"/>
            <a:ext cx="1454100" cy="618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2616025" y="2354500"/>
            <a:ext cx="326400" cy="317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311700" y="253275"/>
            <a:ext cx="85206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Guestbook Setup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5745075" y="1072825"/>
            <a:ext cx="30873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the backend equipweb &gt; system setup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the guest book compulsory setup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all the necessary field based customer need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the term &amp; conditions based customer need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4575"/>
            <a:ext cx="5440277" cy="292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On-screen Show (16:9)</PresentationFormat>
  <Paragraphs>44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Muhamad Jazuli</cp:lastModifiedBy>
  <cp:revision>1</cp:revision>
  <dcterms:modified xsi:type="dcterms:W3CDTF">2025-11-21T14:35:13Z</dcterms:modified>
</cp:coreProperties>
</file>