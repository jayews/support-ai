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  <p:sldId id="271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50" y="3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e99295dc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e99295dc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faa9c200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faa9c200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ef910aea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1ef910aea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faa9c200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faa9c200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1faa9c200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1faa9c200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1faa9c200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1faa9c2001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faa9c200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faa9c200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faa9c200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1faa9c200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faa9c2001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1faa9c2001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faa9c2001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faa9c2001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faa9c200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faa9c2001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faa9c200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1faa9c200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Stock Take Consolidation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/>
              <a:t>1. Create the </a:t>
            </a:r>
            <a:r>
              <a:rPr lang="en" b="1" dirty="0"/>
              <a:t>Stock Take Document</a:t>
            </a:r>
            <a:r>
              <a:rPr lang="en" dirty="0"/>
              <a:t> on the </a:t>
            </a:r>
            <a:r>
              <a:rPr lang="en" b="1" dirty="0"/>
              <a:t>Inv Portal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rPr lang="en" sz="1250" b="1" dirty="0"/>
              <a:t>Full : </a:t>
            </a:r>
            <a:r>
              <a:rPr lang="en" sz="1250" dirty="0"/>
              <a:t>System will automatically add all items with 0 stock qty. The items that not scanned, will set as 0.</a:t>
            </a:r>
            <a:endParaRPr sz="125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rPr lang="en" sz="1250" b="1" dirty="0"/>
              <a:t>Partial :</a:t>
            </a:r>
            <a:r>
              <a:rPr lang="en" sz="1250" dirty="0"/>
              <a:t> System will NOT add all items with 0 stock qty, user must scan the items.</a:t>
            </a:r>
            <a:endParaRPr sz="125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/>
              <a:t>2. </a:t>
            </a:r>
            <a:r>
              <a:rPr lang="en" b="1" dirty="0"/>
              <a:t>Stock Gun</a:t>
            </a:r>
            <a:r>
              <a:rPr lang="en" dirty="0"/>
              <a:t> - Start Stock Take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/>
              <a:t>3. </a:t>
            </a:r>
            <a:r>
              <a:rPr lang="en" b="1" dirty="0"/>
              <a:t>Stock Gun</a:t>
            </a:r>
            <a:r>
              <a:rPr lang="en" dirty="0"/>
              <a:t> - Submit Stock Take / Cancel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/>
              <a:t>4. </a:t>
            </a:r>
            <a:r>
              <a:rPr lang="en" b="1" dirty="0"/>
              <a:t>Inv Portal </a:t>
            </a:r>
            <a:r>
              <a:rPr lang="en" dirty="0"/>
              <a:t>-&gt; </a:t>
            </a:r>
            <a:r>
              <a:rPr lang="en" b="1" dirty="0"/>
              <a:t>Submit Stock Take Document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5. </a:t>
            </a:r>
            <a:r>
              <a:rPr lang="en" b="1" dirty="0"/>
              <a:t>Inv Portal </a:t>
            </a:r>
            <a:r>
              <a:rPr lang="en" dirty="0"/>
              <a:t>-&gt; </a:t>
            </a:r>
            <a:r>
              <a:rPr lang="en" b="1" dirty="0"/>
              <a:t>Approve Stock Take (Adjusted)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Stock Take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759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AutoNum type="arabicPeriod"/>
            </a:pPr>
            <a:r>
              <a:rPr lang="en" sz="2577">
                <a:solidFill>
                  <a:schemeClr val="dk2"/>
                </a:solidFill>
              </a:rPr>
              <a:t>Create the </a:t>
            </a:r>
            <a:r>
              <a:rPr lang="en" sz="2577" b="1">
                <a:solidFill>
                  <a:schemeClr val="dk2"/>
                </a:solidFill>
              </a:rPr>
              <a:t>Stock Take Document</a:t>
            </a:r>
            <a:r>
              <a:rPr lang="en" sz="2577">
                <a:solidFill>
                  <a:schemeClr val="dk2"/>
                </a:solidFill>
              </a:rPr>
              <a:t> on the </a:t>
            </a:r>
            <a:r>
              <a:rPr lang="en" sz="2577" b="1">
                <a:solidFill>
                  <a:schemeClr val="dk2"/>
                </a:solidFill>
              </a:rPr>
              <a:t>Inv Portal</a:t>
            </a:r>
            <a:endParaRPr sz="3577"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35"/>
            <a:ext cx="2409825" cy="2414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9650" y="1017725"/>
            <a:ext cx="5462650" cy="25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30325" y="3712125"/>
            <a:ext cx="79590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b="1">
                <a:solidFill>
                  <a:schemeClr val="dk2"/>
                </a:solidFill>
              </a:rPr>
              <a:t>Full : </a:t>
            </a:r>
            <a:r>
              <a:rPr lang="en" sz="1250">
                <a:solidFill>
                  <a:schemeClr val="dk2"/>
                </a:solidFill>
              </a:rPr>
              <a:t>System will automatically add all items with 0 stock qty. The items that not scanned, will set as 0.</a:t>
            </a:r>
            <a:endParaRPr sz="125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b="1">
                <a:solidFill>
                  <a:schemeClr val="dk2"/>
                </a:solidFill>
              </a:rPr>
              <a:t>Partial :</a:t>
            </a:r>
            <a:r>
              <a:rPr lang="en" sz="1250">
                <a:solidFill>
                  <a:schemeClr val="dk2"/>
                </a:solidFill>
              </a:rPr>
              <a:t> System will NOT add all items with 0 stock qty, user must scan the items.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Start Stock Take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2611075" y="1152475"/>
            <a:ext cx="6221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 need to fill date &amp; time (will use server information)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Taken By will automatically filled with current login</a:t>
            </a:r>
            <a:endParaRPr dirty="0"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75" y="1152475"/>
            <a:ext cx="1838950" cy="408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Scan Item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017725"/>
            <a:ext cx="1697425" cy="3770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3597" y="1017714"/>
            <a:ext cx="1697425" cy="3770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5750" y="1017726"/>
            <a:ext cx="1697425" cy="377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7900" y="1017725"/>
            <a:ext cx="1697425" cy="3770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Submit Stock Take On Stock Gun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3750"/>
            <a:ext cx="1784450" cy="39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7423" y="943774"/>
            <a:ext cx="1784450" cy="3963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1375" y="943750"/>
            <a:ext cx="4948273" cy="39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Submit for multiple stock gun, the qty will combined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3350"/>
            <a:ext cx="1733125" cy="3849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164" y="1143345"/>
            <a:ext cx="1733125" cy="384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2523" y="1143350"/>
            <a:ext cx="4922900" cy="13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Submit stock take document at Inv Portal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00" y="1017725"/>
            <a:ext cx="697415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Review on stock variance report</a:t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270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8. Approve Stock Take</a:t>
            </a:r>
            <a:endParaRPr dirty="0"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1017725"/>
            <a:ext cx="55461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1;p21">
            <a:extLst>
              <a:ext uri="{FF2B5EF4-FFF2-40B4-BE49-F238E27FC236}">
                <a16:creationId xmlns:a16="http://schemas.microsoft.com/office/drawing/2014/main" id="{E46D5902-D362-AEF0-874C-07FED480E69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48890" y="1086642"/>
            <a:ext cx="1733125" cy="38496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0;p24">
            <a:extLst>
              <a:ext uri="{FF2B5EF4-FFF2-40B4-BE49-F238E27FC236}">
                <a16:creationId xmlns:a16="http://schemas.microsoft.com/office/drawing/2014/main" id="{948028B7-B8FD-37F4-71EF-0844F412B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80"/>
            <a:ext cx="8520600" cy="641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If did not Approve Stock Take, all prevous Stock Take record will remain</a:t>
            </a:r>
            <a:br>
              <a:rPr lang="en" sz="1400" dirty="0"/>
            </a:br>
            <a:r>
              <a:rPr lang="en" sz="1400" dirty="0"/>
              <a:t>The past record will acumulate together </a:t>
            </a:r>
            <a:endParaRPr sz="1400" dirty="0"/>
          </a:p>
        </p:txBody>
      </p:sp>
      <p:pic>
        <p:nvPicPr>
          <p:cNvPr id="11" name="Google Shape;112;p21">
            <a:extLst>
              <a:ext uri="{FF2B5EF4-FFF2-40B4-BE49-F238E27FC236}">
                <a16:creationId xmlns:a16="http://schemas.microsoft.com/office/drawing/2014/main" id="{F40EC074-5D95-2BB0-9E54-892C91605A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818" t="26454" r="818" b="62682"/>
          <a:stretch/>
        </p:blipFill>
        <p:spPr>
          <a:xfrm>
            <a:off x="4648889" y="2450440"/>
            <a:ext cx="1733125" cy="41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1;p21">
            <a:extLst>
              <a:ext uri="{FF2B5EF4-FFF2-40B4-BE49-F238E27FC236}">
                <a16:creationId xmlns:a16="http://schemas.microsoft.com/office/drawing/2014/main" id="{F84FDA3B-9341-7A7B-7B47-32AB965E795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5374" y="1086642"/>
            <a:ext cx="1733125" cy="384967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30;p24">
            <a:extLst>
              <a:ext uri="{FF2B5EF4-FFF2-40B4-BE49-F238E27FC236}">
                <a16:creationId xmlns:a16="http://schemas.microsoft.com/office/drawing/2014/main" id="{F5742436-1E32-B91B-1091-027CE355550D}"/>
              </a:ext>
            </a:extLst>
          </p:cNvPr>
          <p:cNvSpPr txBox="1">
            <a:spLocks/>
          </p:cNvSpPr>
          <p:nvPr/>
        </p:nvSpPr>
        <p:spPr>
          <a:xfrm>
            <a:off x="1902439" y="1008003"/>
            <a:ext cx="2257817" cy="64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1400" dirty="0"/>
              <a:t>This is the 1</a:t>
            </a:r>
            <a:r>
              <a:rPr lang="en-US" altLang="zh-CN" sz="1400" baseline="30000" dirty="0"/>
              <a:t>st</a:t>
            </a:r>
            <a:r>
              <a:rPr lang="en-US" altLang="zh-CN" sz="1400" dirty="0"/>
              <a:t> Stock Take </a:t>
            </a:r>
            <a:endParaRPr lang="en-US" sz="1400" dirty="0"/>
          </a:p>
        </p:txBody>
      </p:sp>
      <p:sp>
        <p:nvSpPr>
          <p:cNvPr id="15" name="Google Shape;130;p24">
            <a:extLst>
              <a:ext uri="{FF2B5EF4-FFF2-40B4-BE49-F238E27FC236}">
                <a16:creationId xmlns:a16="http://schemas.microsoft.com/office/drawing/2014/main" id="{95AE327E-824A-29ED-CD3E-8A0077BEB153}"/>
              </a:ext>
            </a:extLst>
          </p:cNvPr>
          <p:cNvSpPr txBox="1">
            <a:spLocks/>
          </p:cNvSpPr>
          <p:nvPr/>
        </p:nvSpPr>
        <p:spPr>
          <a:xfrm>
            <a:off x="6325308" y="1008003"/>
            <a:ext cx="2257817" cy="84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1400" dirty="0"/>
              <a:t>The 2</a:t>
            </a:r>
            <a:r>
              <a:rPr lang="en-US" altLang="zh-CN" sz="1400" baseline="30000" dirty="0"/>
              <a:t>nd</a:t>
            </a:r>
            <a:r>
              <a:rPr lang="en-US" altLang="zh-CN" sz="1400" dirty="0"/>
              <a:t> Stock Take will combine the 1</a:t>
            </a:r>
            <a:r>
              <a:rPr lang="en-US" altLang="zh-CN" sz="1400" baseline="30000" dirty="0"/>
              <a:t>st</a:t>
            </a:r>
            <a:r>
              <a:rPr lang="en-US" altLang="zh-CN" sz="1400" dirty="0"/>
              <a:t> Stock Take details</a:t>
            </a:r>
            <a:endParaRPr lang="en-US" sz="1400" dirty="0"/>
          </a:p>
        </p:txBody>
      </p:sp>
      <p:pic>
        <p:nvPicPr>
          <p:cNvPr id="9" name="Google Shape;111;p21">
            <a:extLst>
              <a:ext uri="{FF2B5EF4-FFF2-40B4-BE49-F238E27FC236}">
                <a16:creationId xmlns:a16="http://schemas.microsoft.com/office/drawing/2014/main" id="{7B7915D3-31A7-A8B7-8FCF-7C180BCB1C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51534" r="76420" b="45873"/>
          <a:stretch/>
        </p:blipFill>
        <p:spPr>
          <a:xfrm>
            <a:off x="5311119" y="2659547"/>
            <a:ext cx="408664" cy="978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9205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9. </a:t>
            </a:r>
            <a:r>
              <a:rPr lang="en"/>
              <a:t>After Stock Take Approval</a:t>
            </a:r>
            <a:endParaRPr dirty="0"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00" y="1232763"/>
            <a:ext cx="5003250" cy="21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00" y="3395675"/>
            <a:ext cx="5295899" cy="6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5238750" y="1295400"/>
            <a:ext cx="3905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Posting </a:t>
            </a:r>
            <a:r>
              <a:rPr lang="en" dirty="0"/>
              <a:t>= The system still doing adjustment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Posted </a:t>
            </a:r>
            <a:r>
              <a:rPr lang="en" dirty="0"/>
              <a:t>= The balance adjustment already done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Stock On Hand By Date After Approval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7067552" cy="22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75375"/>
            <a:ext cx="7067548" cy="46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149041"/>
            <a:ext cx="7067548" cy="425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9">
            <a:extLst>
              <a:ext uri="{FF2B5EF4-FFF2-40B4-BE49-F238E27FC236}">
                <a16:creationId xmlns:a16="http://schemas.microsoft.com/office/drawing/2014/main" id="{CE278F94-4B3F-0FEB-BE9D-25EE54F1979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697" y="1017725"/>
            <a:ext cx="1697425" cy="377037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0;p24">
            <a:extLst>
              <a:ext uri="{FF2B5EF4-FFF2-40B4-BE49-F238E27FC236}">
                <a16:creationId xmlns:a16="http://schemas.microsoft.com/office/drawing/2014/main" id="{71A19EAA-681A-7FD0-1542-0A46E94ED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80"/>
            <a:ext cx="8520600" cy="641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After Approve Stock Take, you can create a new Stock Take</a:t>
            </a:r>
            <a:endParaRPr sz="1400" dirty="0"/>
          </a:p>
        </p:txBody>
      </p:sp>
      <p:pic>
        <p:nvPicPr>
          <p:cNvPr id="6" name="Google Shape;94;p19">
            <a:extLst>
              <a:ext uri="{FF2B5EF4-FFF2-40B4-BE49-F238E27FC236}">
                <a16:creationId xmlns:a16="http://schemas.microsoft.com/office/drawing/2014/main" id="{DB31C9BD-FF92-2132-F071-1893BB3E8AA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34108" b="36940"/>
          <a:stretch/>
        </p:blipFill>
        <p:spPr>
          <a:xfrm>
            <a:off x="311697" y="2025945"/>
            <a:ext cx="1697425" cy="10916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318862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300</Words>
  <Application>Microsoft Office PowerPoint</Application>
  <PresentationFormat>On-screen Show (16:9)</PresentationFormat>
  <Paragraphs>30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Stock Take Consolidation</vt:lpstr>
      <vt:lpstr>Flow </vt:lpstr>
      <vt:lpstr>Stock Take</vt:lpstr>
      <vt:lpstr>Create the Stock Take Document on the Inv Portal</vt:lpstr>
      <vt:lpstr>2. Start Stock Take</vt:lpstr>
      <vt:lpstr>3. Scan Item</vt:lpstr>
      <vt:lpstr>4. Submit Stock Take On Stock Gun</vt:lpstr>
      <vt:lpstr>5. Submit for multiple stock gun, the qty will combined</vt:lpstr>
      <vt:lpstr>6. Submit stock take document at Inv Portal</vt:lpstr>
      <vt:lpstr>7. Review on stock variance report</vt:lpstr>
      <vt:lpstr>8. Approve Stock Take</vt:lpstr>
      <vt:lpstr>If did not Approve Stock Take, all prevous Stock Take record will remain The past record will acumulate together </vt:lpstr>
      <vt:lpstr>9. After Stock Take Approval</vt:lpstr>
      <vt:lpstr>9. Stock On Hand By Date After Approval</vt:lpstr>
      <vt:lpstr>After Approve Stock Take, you can create a new Stock Take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Take Consolidation</dc:title>
  <cp:lastModifiedBy>Vanness Liu</cp:lastModifiedBy>
  <cp:revision>4</cp:revision>
  <dcterms:modified xsi:type="dcterms:W3CDTF">2022-08-05T07:23:41Z</dcterms:modified>
</cp:coreProperties>
</file>